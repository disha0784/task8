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Sales &amp; Marketing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Capstone 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invest in marketing but lack insight into its impact on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data, evaluate marketing impact, generate business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500+ records including marketing spend, sales, regions, and customers.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→ EDA → Statistical Testing → Regression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 of sales frequency helps identify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vs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 shows relationship between marketing investment and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positive correlation between marketing spend and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model indicates marketing explains most revenue variation.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strongly affects revenue and certain regions outperform others.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marketing investment, optimize targeting, track ROI.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Data‑driven strategies improve marketing effectiveness and revenue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